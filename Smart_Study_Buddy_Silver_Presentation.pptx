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54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017520"/>
            <a:ext cx="2377440" cy="237744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120640"/>
            <a:ext cx="1280160" cy="128016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BUDDY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Tutor That Learns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Learn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any textbook or study material into custom quizzes, grounded explanations, mastery tracking, and a personalized study schedule.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github.com/shanku321/smart_study_buddy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Studying Is Boring — so make it interactive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19" y="1435608"/>
            <a:ext cx="10865815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tutor that helps you study any subject by creating quizzes, explaining concepts, and tracking your learning progress.</a:t>
            </a:r>
          </a:p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Studying is boring and ineffective when you’re just re-reading the same material over and over. You need personalized practice and explanations that adapt to your learning style.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729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12" dirty="0"/>
          </a:p>
        </p:txBody>
      </p:sp>
      <p:sp>
        <p:nvSpPr>
          <p:cNvPr id="8" name="Text 6"/>
          <p:cNvSpPr/>
          <p:nvPr/>
        </p:nvSpPr>
        <p:spPr>
          <a:xfrm>
            <a:off x="1600200" y="311810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Re-reading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34290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Rereading feels productive but barely improves recall.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889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317296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3172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612" dirty="0"/>
          </a:p>
        </p:txBody>
      </p:sp>
      <p:sp>
        <p:nvSpPr>
          <p:cNvPr id="13" name="Text 11"/>
          <p:cNvSpPr/>
          <p:nvPr/>
        </p:nvSpPr>
        <p:spPr>
          <a:xfrm>
            <a:off x="7406640" y="311810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Quizzes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34290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Pre-made question banks rarely match your own material.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2744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727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600200" y="467258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One-Speed Explanations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9834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explanation doesn't click, there's nowhere else to go.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3434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72744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727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612" dirty="0"/>
          </a:p>
        </p:txBody>
      </p:sp>
      <p:sp>
        <p:nvSpPr>
          <p:cNvPr id="23" name="Text 21"/>
          <p:cNvSpPr/>
          <p:nvPr/>
        </p:nvSpPr>
        <p:spPr>
          <a:xfrm>
            <a:off x="7406640" y="467258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49834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signal on what's mastered and what still needs work.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Buddy tackles all four at once — turning study time into practice that adapts, explains, and shows measurable progress.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Study Partner, Five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612" dirty="0"/>
          </a:p>
        </p:txBody>
      </p:sp>
      <p:sp>
        <p:nvSpPr>
          <p:cNvPr id="6" name="Text 4"/>
          <p:cNvSpPr/>
          <p:nvPr/>
        </p:nvSpPr>
        <p:spPr>
          <a:xfrm>
            <a:off x="1280160" y="1636776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Your Material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notes or textbook PDFs — it's chunked, embedded, and indexed for retrieval.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24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280160" y="2569464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Generates Custom Quizzes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topic-specific questions instead of generic question banks.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57016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57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1280160" y="350215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Until It Clicks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tutor anything — answers are grounded in your own material.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489704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4897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 What You've Mastered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745736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quiz score feeds a live mastery level, stored for the long run.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422392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5422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1280160" y="5367528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a Study Schedule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678424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 your exam date, hours available, and weak spots — get a plan.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1691640"/>
            <a:ext cx="3886200" cy="4343400"/>
          </a:xfrm>
          <a:prstGeom prst="roundRect">
            <a:avLst>
              <a:gd name="adj" fmla="val 2118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18120" y="21488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8092440" y="33375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b="1" kern="0" spc="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MODULES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b="1" kern="0" spc="1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STREAMLIT APP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38160" y="429768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5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Retrieval-augmented, so every answer, quiz, and plan stays grounded in what you actually uploaded — not generic web knowledge.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213055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617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34640" y="23317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9372" y="213055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937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664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0" y="23317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89320" y="196596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62572" y="213055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257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664" dirty="0"/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(doc_index)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65960" y="3447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grounded on retrieved context, powers three services: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Generator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6908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→ retrieved context → generated Q&amp;A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9392" y="41605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43891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0799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5148072" y="4343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Tutor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8072" y="46908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retrieved context → grounded answer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55864" y="41605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43891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84464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924544" y="43434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24544" y="46908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date + weak topics → day-by-day plan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5715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every quiz score, mastery level, and schedule persists to SQLite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RAG + LLM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8366760" y="2788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· LangChain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239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Sentence-Transformers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90" dirty="0"/>
          </a:p>
        </p:txBody>
      </p:sp>
      <p:sp>
        <p:nvSpPr>
          <p:cNvPr id="27" name="Text 25"/>
          <p:cNvSpPr/>
          <p:nvPr/>
        </p:nvSpPr>
        <p:spPr>
          <a:xfrm>
            <a:off x="457200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Parsing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239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· PyMuPDF · pdfplumber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388620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60520"/>
            <a:ext cx="594360" cy="5943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6676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9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690" dirty="0"/>
          </a:p>
        </p:txBody>
      </p:sp>
      <p:sp>
        <p:nvSpPr>
          <p:cNvPr id="32" name="Text 30"/>
          <p:cNvSpPr/>
          <p:nvPr/>
        </p:nvSpPr>
        <p:spPr>
          <a:xfrm>
            <a:off x="8366760" y="4892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239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SQLite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Upload, Embed &amp; Store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305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one or more files — PDFs, notes, or any study material.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parsed (pypdf / PyMuPDF / pdfplumber) and split into chunks.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embedded with Sentence-Transformers.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written to a FAISS vector index (doc_index) for fast semantic search later.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291840"/>
          </a:xfrm>
          <a:prstGeom prst="roundRect">
            <a:avLst>
              <a:gd name="adj" fmla="val 2500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80" dirty="0"/>
          </a:p>
        </p:txBody>
      </p:sp>
      <p:sp>
        <p:nvSpPr>
          <p:cNvPr id="10" name="Text 8"/>
          <p:cNvSpPr/>
          <p:nvPr/>
        </p:nvSpPr>
        <p:spPr>
          <a:xfrm>
            <a:off x="704088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Study.pdf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778240" y="242316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274320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306324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3383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3836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332720" y="2514600"/>
            <a:ext cx="731520" cy="73152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3272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080" dirty="0"/>
          </a:p>
        </p:txBody>
      </p:sp>
      <p:sp>
        <p:nvSpPr>
          <p:cNvPr id="19" name="Text 17"/>
          <p:cNvSpPr/>
          <p:nvPr/>
        </p:nvSpPr>
        <p:spPr>
          <a:xfrm>
            <a:off x="99669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4297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services/upld_embed_store.py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Quiz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3163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any topic covered by your uploaded material.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chunks are retrieved from FAISS and handed to Gemini.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multiple-choice quiz is generated on the spot.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graded instantly, each with a short explanation.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is saved to SQLite under your name and email.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377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What is Newton's Second Law?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2999232"/>
            <a:ext cx="146304" cy="146304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2916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34564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3741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mc²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9136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8313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nRT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43708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4288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489204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892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Quiz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Tutor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3097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plain language, any time.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searches your own uploaded material for the most relevant passages.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grounded in that retrieved context — not generic web knowledge.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services/rag_tutor.py, backed by the same FAISS doc_index.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78040" y="237744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photosynthesis to slow at night?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0" y="306324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06324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sunlight, chloroplasts can't drive the light reactions — so ATP and NADPH production stops, and the Calvin cycle pauses until light returns.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0" y="4526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uploaded biology notes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Progress &amp; Mastery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graded quiz writes a score + subject to SQLite.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pulls your latest topic and score on load.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converted into a mastery percentage and level.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set up — the same database backs every session.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Topic: Thermodynamics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2788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17804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2788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41832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LEVEL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4297680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4297680"/>
            <a:ext cx="3383280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4617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mastery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Study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685800" cy="68580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502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943600" cy="2444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days until your exam and hours available per day.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topics that feel weakest right now.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drafts a day-by-day plan tuned to that input.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services/study_planner.py — no template, no guesswork.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2258568"/>
            <a:ext cx="4846320" cy="3383280"/>
          </a:xfrm>
          <a:prstGeom prst="roundRect">
            <a:avLst>
              <a:gd name="adj" fmla="val 2432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until exam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269748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697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780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338328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383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78040" y="406908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0690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Physics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470916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709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Study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4434840"/>
          </a:xfrm>
          <a:prstGeom prst="roundRect">
            <a:avLst>
              <a:gd name="adj" fmla="val 1856"/>
            </a:avLst>
          </a:prstGeom>
          <a:solidFill>
            <a:srgbClr val="F0F7F6"/>
          </a:solidFill>
          <a:ln/>
          <a:effectLst>
            <a:outerShdw blurRad="101600" dist="25400" dir="5400000" algn="bl" rotWithShape="0">
              <a:srgbClr val="1B2B2B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streamlit_app.py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9659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the 5-page app shown above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253288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quiz_generator · rag_tutor · track_progress · upld_embed_store · study_planner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99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309981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layer for programmatic access – For future 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6667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366674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 + SQLite session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2336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doc_index/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42336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FAISS vector index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 · create_table.py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settings and schema bootstrap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3675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53675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FastAPI, Gemini, FAISS, LangChain, pypdf &amp; more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389120"/>
            <a:ext cx="2743200" cy="274320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Buddy — study smarter, not longer.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github.com/shanku321/smart_study_buddy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992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shankar kumar</cp:lastModifiedBy>
  <cp:revision>5</cp:revision>
  <dcterms:created xsi:type="dcterms:W3CDTF">2026-08-21T05:56:15Z</dcterms:created>
  <dcterms:modified xsi:type="dcterms:W3CDTF">2026-08-22T05:26:44Z</dcterms:modified>
</cp:coreProperties>
</file>